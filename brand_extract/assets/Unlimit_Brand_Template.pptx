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unlimit_word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721429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9184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Nekst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Inter"/>
              </a:rPr>
              <a:t>Subtitle / date / author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F73A"/>
                </a:solidFill>
                <a:latin typeface="Nekst"/>
              </a:rPr>
              <a:t>borderless payments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0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Nekst"/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7F7F7F"/>
                </a:solidFill>
                <a:latin typeface="Inter"/>
              </a:rPr>
              <a:t>Use this as a section divider or agenda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Nekst"/>
              </a:rPr>
              <a:t>01 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Nekst"/>
              </a:rPr>
              <a:t>02 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Nekst"/>
              </a:rPr>
              <a:t>03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Nekst"/>
              </a:rPr>
              <a:t>04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ekst"/>
              </a:rPr>
              <a:t>One idea per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9494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Inter"/>
              </a:rPr>
              <a:t>Lead with the customer outcome. Keep body copy in Inter, short and scannable. Highlight a single keyword in lime to draw the eye to what matters.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5120640"/>
            <a:ext cx="2194560" cy="640080"/>
          </a:xfrm>
          <a:prstGeom prst="roundRect">
            <a:avLst/>
          </a:prstGeom>
          <a:solidFill>
            <a:srgbClr val="670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2303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Primary CTA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5120640"/>
            <a:ext cx="2194560" cy="640080"/>
          </a:xfrm>
          <a:prstGeom prst="roundRect">
            <a:avLst/>
          </a:prstGeom>
          <a:solidFill>
            <a:srgbClr val="C9F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52303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Inter"/>
              </a:rPr>
              <a:t>Accent CTA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28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F7F7F"/>
                </a:solidFill>
                <a:latin typeface="Nekst"/>
              </a:rPr>
              <a:t>Stat / quote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6700FB"/>
                </a:solidFill>
                <a:latin typeface="Nekst"/>
              </a:rPr>
              <a:t>50,000+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383280"/>
            <a:ext cx="2743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Inter"/>
              </a:rPr>
              <a:t>companies trust Unlimit around the globe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ekst"/>
              </a:rPr>
              <a:t>Brand colours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011680" cy="1645920"/>
          </a:xfrm>
          <a:prstGeom prst="roundRect">
            <a:avLst/>
          </a:prstGeom>
          <a:solidFill>
            <a:srgbClr val="670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#6700FB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2011680" cy="1645920"/>
          </a:xfrm>
          <a:prstGeom prst="roundRect">
            <a:avLst/>
          </a:prstGeom>
          <a:solidFill>
            <a:srgbClr val="756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2743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#756AF3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463040"/>
            <a:ext cx="2011680" cy="1645920"/>
          </a:xfrm>
          <a:prstGeom prst="roundRect">
            <a:avLst/>
          </a:prstGeom>
          <a:solidFill>
            <a:srgbClr val="C9F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2743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Inter"/>
              </a:rPr>
              <a:t>#C9F73A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463040"/>
            <a:ext cx="2011680" cy="1645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2743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#1A1A1A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463040"/>
            <a:ext cx="2011680" cy="1645920"/>
          </a:xfrm>
          <a:prstGeom prst="roundRect">
            <a:avLst/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2743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Inter"/>
              </a:rPr>
              <a:t>#F5F5F9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Nekst"/>
              </a:rPr>
              <a:t>Fonts:  Nekst (headings) · Inter (body)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7F7F7F"/>
                </a:solidFill>
                <a:latin typeface="Inter"/>
              </a:rPr>
              <a:t>Gradient:  blue → green → purple (#756AF3 → #4F93F0 → #7BE36B → #6700FB)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