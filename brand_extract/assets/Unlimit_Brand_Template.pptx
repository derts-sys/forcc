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cover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unlimit_wordmar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8640"/>
            <a:ext cx="2721429" cy="640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3291840"/>
            <a:ext cx="8229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Nekst"/>
              </a:rPr>
              <a:t>Presentation title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80560"/>
            <a:ext cx="8229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Inter"/>
              </a:rPr>
              <a:t>Subtitle / date / author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3504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9F73A"/>
                </a:solidFill>
                <a:latin typeface="Nekst"/>
              </a:rPr>
              <a:t>borderless payments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70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9144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Nekst"/>
              </a:rPr>
              <a:t>Section 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7F7F7F"/>
                </a:solidFill>
                <a:latin typeface="Inter"/>
              </a:rPr>
              <a:t>Use this as a section divider or agenda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Nekst"/>
              </a:rPr>
              <a:t>01 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0896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Nekst"/>
              </a:rPr>
              <a:t>02 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49039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Nekst"/>
              </a:rPr>
              <a:t>03 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8912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Nekst"/>
              </a:rPr>
              <a:t>04 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1A1A1A"/>
                </a:solidFill>
                <a:latin typeface="Nekst"/>
              </a:rPr>
              <a:t>One idea per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694944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Inter"/>
              </a:rPr>
              <a:t>Lead with the customer outcome. Keep body copy in Inter, short and scannable. Highlight a single keyword in lime to draw the eye to what matters.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5120640"/>
            <a:ext cx="2194560" cy="640080"/>
          </a:xfrm>
          <a:prstGeom prst="roundRect">
            <a:avLst/>
          </a:prstGeom>
          <a:solidFill>
            <a:srgbClr val="670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230368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Inter"/>
              </a:rPr>
              <a:t>Primary CTA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5120640"/>
            <a:ext cx="2194560" cy="640080"/>
          </a:xfrm>
          <a:prstGeom prst="roundRect">
            <a:avLst/>
          </a:prstGeom>
          <a:solidFill>
            <a:srgbClr val="C9F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5230368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1A1A1A"/>
                </a:solidFill>
                <a:latin typeface="Inter"/>
              </a:rPr>
              <a:t>Accent CTA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554480"/>
            <a:ext cx="329184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18288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7F7F7F"/>
                </a:solidFill>
                <a:latin typeface="Nekst"/>
              </a:rPr>
              <a:t>Stat / quote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237744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6700FB"/>
                </a:solidFill>
                <a:latin typeface="Nekst"/>
              </a:rPr>
              <a:t>50,000+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3383280"/>
            <a:ext cx="2743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Inter"/>
              </a:rPr>
              <a:t>companies trust Unlimit around the globe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9144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Nekst"/>
              </a:rPr>
              <a:t>Brand colours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2011680" cy="1645920"/>
          </a:xfrm>
          <a:prstGeom prst="roundRect">
            <a:avLst/>
          </a:prstGeom>
          <a:solidFill>
            <a:srgbClr val="670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74320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#6700FB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463040"/>
            <a:ext cx="2011680" cy="1645920"/>
          </a:xfrm>
          <a:prstGeom prst="roundRect">
            <a:avLst/>
          </a:prstGeom>
          <a:solidFill>
            <a:srgbClr val="756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63240" y="274320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#756AF3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80" y="1463040"/>
            <a:ext cx="2011680" cy="1645920"/>
          </a:xfrm>
          <a:prstGeom prst="roundRect">
            <a:avLst/>
          </a:prstGeom>
          <a:solidFill>
            <a:srgbClr val="C9F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49240" y="274320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Inter"/>
              </a:rPr>
              <a:t>#C9F73A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1463040"/>
            <a:ext cx="2011680" cy="16459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274320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#1A1A1A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84080" y="1463040"/>
            <a:ext cx="2011680" cy="1645920"/>
          </a:xfrm>
          <a:prstGeom prst="roundRect">
            <a:avLst/>
          </a:prstGeom>
          <a:solidFill>
            <a:srgbClr val="F5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21240" y="274320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Inter"/>
              </a:rPr>
              <a:t>#F5F5F9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5661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Nekst"/>
              </a:rPr>
              <a:t>Fonts:  Nekst (headings) · Inter (body)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148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7F7F7F"/>
                </a:solidFill>
                <a:latin typeface="Inter"/>
              </a:rPr>
              <a:t>Gradient:  blue → green → purple (#756AF3 → #4F93F0 → #7BE36B → #6700FB)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nlimit_wordmark_white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2138265" cy="502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4630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Nekst"/>
              </a:rPr>
              <a:t>Dark slide layout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A8A8B0"/>
                </a:solidFill>
                <a:latin typeface="Inter"/>
              </a:rPr>
              <a:t>On dark, lime is the primary pop and teal the secondary.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383280"/>
            <a:ext cx="1920240" cy="1188720"/>
          </a:xfrm>
          <a:prstGeom prst="roundRect">
            <a:avLst/>
          </a:prstGeom>
          <a:solidFill>
            <a:srgbClr val="C9F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4805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Inter"/>
              </a:rPr>
              <a:t>#C9F73A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34639" y="3383280"/>
            <a:ext cx="1920240" cy="1188720"/>
          </a:xfrm>
          <a:prstGeom prst="roundRect">
            <a:avLst/>
          </a:prstGeom>
          <a:solidFill>
            <a:srgbClr val="24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71799" y="44805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Inter"/>
              </a:rPr>
              <a:t>#24D8CC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3383280"/>
            <a:ext cx="1920240" cy="11887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66360" y="44805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#1A1A1A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120640"/>
            <a:ext cx="2194560" cy="640080"/>
          </a:xfrm>
          <a:prstGeom prst="roundRect">
            <a:avLst/>
          </a:prstGeom>
          <a:solidFill>
            <a:srgbClr val="C9F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230368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A1A1A"/>
                </a:solidFill>
                <a:latin typeface="Inter"/>
              </a:rPr>
              <a:t>Primary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17520" y="5120640"/>
            <a:ext cx="2194560" cy="640080"/>
          </a:xfrm>
          <a:prstGeom prst="roundRect">
            <a:avLst/>
          </a:prstGeom>
          <a:solidFill>
            <a:srgbClr val="24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17520" y="5230368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A1A1A"/>
                </a:solidFill>
                <a:latin typeface="Inter"/>
              </a:rPr>
              <a:t>Accent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